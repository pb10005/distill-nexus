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incident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bus migration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Q2 goals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